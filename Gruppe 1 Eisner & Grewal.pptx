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36"/>
    <p:restoredTop sz="94690"/>
  </p:normalViewPr>
  <p:slideViewPr>
    <p:cSldViewPr snapToGrid="0">
      <p:cViewPr>
        <p:scale>
          <a:sx n="59" d="100"/>
          <a:sy n="59" d="100"/>
        </p:scale>
        <p:origin x="4488" y="1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FB119-2288-5542-A247-65B9EA915EAD}" type="datetimeFigureOut">
              <a:rPr lang="de-DE" smtClean="0"/>
              <a:t>18.01.26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B1478A-5BF4-6A4E-A76B-5BD6655401C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2155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ACF73E-A78E-8198-5DDD-29F186AC3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8866967-CEEE-599E-2A5A-1C963AF89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F942D1-D6FD-756C-1586-ED2DAC6E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BBD367-8A25-B287-7006-15C8A196D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3E27EF-3A61-B062-A6DA-C65DE25FA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717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CEADE2-399D-03EA-4FF4-B52929D82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4BC71A-4A82-04E3-447B-7825C94A3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48483F-81ED-56FE-7716-3473C1FDD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ED8C14-E69F-EF22-8896-76EC4F9D1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7CBC76-F645-F47C-24D1-951D2C1C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0875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5CF233-AF19-65D6-49C2-086B0F52F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A388D7-2A3C-EA88-C954-BBB3D9813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58264C-B913-C9C6-0DF1-BEA704265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4F0C10-0504-9B46-4F15-EAE528EE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142B1B-94FF-1FAF-61A4-5ED0397B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49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A73FE7-5B4A-B4AC-C83D-F89512D0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CC9176-AC04-6280-0035-20F890E12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DF5AD5-B970-0573-B260-B55834F53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D0FE48-A169-2100-E8FF-72C647A36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18.01.26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64217C-AECD-3824-0062-2E9CED5D2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0B62BC-89C6-37F0-2D20-7948081C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030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9DC041-3DF0-0069-3200-49330E212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14F233-3CE5-557D-15EE-5C6905871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6FCAB6-6340-753E-FA1E-AD58EB032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C0A950A-C09E-C359-30F1-5A3E29FDB6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2139B3-77BD-405F-6E21-183307825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EC0F784-A6D7-291C-A383-A187D3AA1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18.01.26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A193A03-5D63-CDB5-DCB9-EC632940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DD8D0CD-457F-512A-DB18-38DE17DE9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158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181773-C571-E483-01C5-189D73902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EDE012B-4184-CC76-FA91-A21D6262F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18.01.26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A2E602-0492-93DC-948A-ABFE72FD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1C02F7-91F4-E844-8961-E37FA4CC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404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4BE5DCE-977D-21A5-B43F-00C37EED5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18.01.26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74796D6-3320-2A2E-F45C-6BE24DA90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41A361-D84C-F6F7-A903-AED9F406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7912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CE351A-6014-0771-82E1-A0037B52C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FD669E-A69A-98AF-FFD7-EF6BDCF16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29EF8E-0D98-2135-5063-9976D64FC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465ED5-1B1F-50FF-21E7-2EC35D84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18.01.26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C2443A-A048-2A9B-527D-874C72E4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10DEAE-2B7B-1FFA-D74D-A8ED8947D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695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4AAD53-CFB9-8B00-7249-EF21B69B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3FD5CE6-A7A3-11AC-7137-3674EBA9C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242F17B-291E-4F76-DCD5-E6A9308A8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2A38679-1DFD-79B0-B83F-C01129368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18.01.26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DAD5005-9214-BA0B-2DB7-1486B81B1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883CC6-FF99-CF73-F57D-9675694A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138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2281B3-DB0C-E5EA-8FA2-FE67C774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ED8337D-762C-F17A-7A41-27604428D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FD6E5D-F7D8-8493-56A0-84F12DD6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C7C3EC-3A35-4D5F-33B0-2DE0406F0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1AF018-50EC-3387-9A77-2D1B2662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3207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8201816-B704-1CC7-98C9-C689F17C6C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BBA0BE5-C293-21E4-B54F-0D5BF86FB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FBEB1B-1A3C-DBD7-693B-E13247B88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07F185-024A-AFA7-32BF-92D802B76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22AF2-04B3-35FA-82B5-900EA927F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078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3F6B45A-C3A7-71F9-6E2B-31BDF9D42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32E173-9908-E622-E8D1-BBEDA9626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BA536A-7DA3-E758-433D-1B60A1205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22150-3F90-3849-9712-D7C026343A63}" type="datetimeFigureOut">
              <a:rPr lang="de-DE" smtClean="0"/>
              <a:t>18.01.26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595290-281A-365B-C78F-B99A1744D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6F07C0-4EDA-8FA6-080D-7434ACB216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4348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17C0FF-0AF2-535F-2378-170BA4DE9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895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Univers" panose="020B0503020202020204" pitchFamily="34" charset="0"/>
              </a:rPr>
              <a:t>Zeitreihenanalysen mit Börsendaten anhand des S&amp;P 500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24F1157-C5AA-77D5-8D93-4CD0CEC60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42168"/>
            <a:ext cx="9144000" cy="1655762"/>
          </a:xfrm>
        </p:spPr>
        <p:txBody>
          <a:bodyPr/>
          <a:lstStyle/>
          <a:p>
            <a:r>
              <a:rPr lang="de-DE" dirty="0">
                <a:latin typeface="Univers" panose="020B0503020202020204" pitchFamily="34" charset="0"/>
              </a:rPr>
              <a:t>Diskrete Mathematik &amp; Stochastik - Prof. Dr. Marina Arendt - WS 2025/26 - Alexander Eisner, Armann Grewal</a:t>
            </a:r>
          </a:p>
        </p:txBody>
      </p:sp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0FBDA582-48A1-D119-DEB5-9924EAA9C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C8D7D759-765D-D9F7-D192-3CC990737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326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2267C0-5660-E9F8-923D-15516CFE7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60179E90-4F50-3DCC-E347-D6B212E13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3" name="Grafik 2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3B50F975-5769-9966-B2B8-F7E7A7110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727" y="1725"/>
            <a:ext cx="9694545" cy="685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77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323AA1-0C3E-8668-CC20-D58EDCABA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7C2A1137-58B2-5C68-E791-A2B6E8815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7D686E6E-6A0F-1F3C-B68E-7C265D606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11" name="Grafik 10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A3C7666E-37FA-E30F-CBE3-036468F94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23253" y="1576040"/>
            <a:ext cx="19225969" cy="13597186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A3C35626-44EA-9491-D799-40B47179E06A}"/>
              </a:ext>
            </a:extLst>
          </p:cNvPr>
          <p:cNvSpPr/>
          <p:nvPr/>
        </p:nvSpPr>
        <p:spPr>
          <a:xfrm>
            <a:off x="-5029200" y="2382251"/>
            <a:ext cx="6352673" cy="774833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09AAA4C-241E-36C5-435D-7C276BFA2B14}"/>
              </a:ext>
            </a:extLst>
          </p:cNvPr>
          <p:cNvSpPr/>
          <p:nvPr/>
        </p:nvSpPr>
        <p:spPr>
          <a:xfrm>
            <a:off x="-3549056" y="2779953"/>
            <a:ext cx="4840458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abz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B6C33CB-3342-B08B-2F2C-1BF8463D9732}"/>
              </a:ext>
            </a:extLst>
          </p:cNvPr>
          <p:cNvSpPr/>
          <p:nvPr/>
        </p:nvSpPr>
        <p:spPr>
          <a:xfrm>
            <a:off x="1285957" y="4224398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123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DE31FE5-4490-1987-72E7-5CB1C2C154BE}"/>
              </a:ext>
            </a:extLst>
          </p:cNvPr>
          <p:cNvSpPr/>
          <p:nvPr/>
        </p:nvSpPr>
        <p:spPr>
          <a:xfrm>
            <a:off x="11139209" y="2779953"/>
            <a:ext cx="15039474" cy="144444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569</a:t>
            </a:r>
          </a:p>
        </p:txBody>
      </p:sp>
    </p:spTree>
    <p:extLst>
      <p:ext uri="{BB962C8B-B14F-4D97-AF65-F5344CB8AC3E}">
        <p14:creationId xmlns:p14="http://schemas.microsoft.com/office/powerpoint/2010/main" val="11581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EE4FF-E969-7582-3A62-9CCEC1CB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EDB2ADF9-3947-4002-A25E-DD5F87F11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DB631285-6CA8-89AC-58FE-8FA802871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2" name="Grafik 1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915E0F1B-A495-8571-693F-B7BD4ED7E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0669" y="-35762"/>
            <a:ext cx="14969841" cy="10587124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97EAB59E-49AC-6B9C-714B-2AFB23589365}"/>
              </a:ext>
            </a:extLst>
          </p:cNvPr>
          <p:cNvSpPr/>
          <p:nvPr/>
        </p:nvSpPr>
        <p:spPr>
          <a:xfrm>
            <a:off x="6833936" y="2021305"/>
            <a:ext cx="15039474" cy="802851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zhj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1007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5EE75-71CA-FE88-5BC6-B688C97CD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AC80C452-E9FC-3AEC-2389-85FA48358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62670D9A-B0C7-85B7-CD2D-4DB0224E8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2" name="Grafik 1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F190DB7F-1092-0E0C-6BF2-B308316FD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02404" y="691614"/>
            <a:ext cx="14969841" cy="10587124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9322DCE2-A5BA-BB07-5F90-8690E2B19F6D}"/>
              </a:ext>
            </a:extLst>
          </p:cNvPr>
          <p:cNvSpPr/>
          <p:nvPr/>
        </p:nvSpPr>
        <p:spPr>
          <a:xfrm>
            <a:off x="4781550" y="5722210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htcrhv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3B8DEBE-EF90-EFAF-872F-BD65014CA735}"/>
              </a:ext>
            </a:extLst>
          </p:cNvPr>
          <p:cNvSpPr/>
          <p:nvPr/>
        </p:nvSpPr>
        <p:spPr>
          <a:xfrm>
            <a:off x="-10257924" y="2741339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rvcgvrhdct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9935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CF35EC-3F80-18ED-0087-E5EC46FEF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670CC45C-551F-0A3C-B5D5-5A61DE43B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573BB543-CC1D-1417-37DD-FFB7628EC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2" name="Grafik 1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D19FCFF8-6ADD-ED1D-81B5-885F76C3F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65045" y="0"/>
            <a:ext cx="18522089" cy="13099381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B456041A-01D6-16F9-B758-0ACFF7B24B3E}"/>
              </a:ext>
            </a:extLst>
          </p:cNvPr>
          <p:cNvSpPr/>
          <p:nvPr/>
        </p:nvSpPr>
        <p:spPr>
          <a:xfrm>
            <a:off x="0" y="10569944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6zrzrtg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3B297A8-307E-F324-8996-E1A1760AE27C}"/>
              </a:ext>
            </a:extLst>
          </p:cNvPr>
          <p:cNvSpPr/>
          <p:nvPr/>
        </p:nvSpPr>
        <p:spPr>
          <a:xfrm>
            <a:off x="1665847" y="6713621"/>
            <a:ext cx="15039474" cy="4301393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trhbvtrhbftvr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9302E15-E811-687A-0E26-FBEE6F097ED2}"/>
              </a:ext>
            </a:extLst>
          </p:cNvPr>
          <p:cNvSpPr/>
          <p:nvPr/>
        </p:nvSpPr>
        <p:spPr>
          <a:xfrm>
            <a:off x="-13373627" y="8485576"/>
            <a:ext cx="15039474" cy="2084367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trhfhvrt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61927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3AB16-3FAB-3699-5BA2-FA57B2887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74829A2A-E320-71E4-900B-EB805E825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4C404E3D-A9A2-F4FD-B2F1-F6D38D45B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2" name="Grafik 1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EFD730BC-7640-2134-C422-8CE316D92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875" y="-6809874"/>
            <a:ext cx="18522089" cy="13099381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5E0C6C53-0889-99DC-17BF-08B0E4DC00DC}"/>
              </a:ext>
            </a:extLst>
          </p:cNvPr>
          <p:cNvSpPr/>
          <p:nvPr/>
        </p:nvSpPr>
        <p:spPr>
          <a:xfrm>
            <a:off x="7502442" y="-260184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gtrzgg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80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3F730-79D6-BF0F-E0B5-F2DD1531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5DDEDDF9-5F98-B538-456B-8C4B1EA50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49847960-912E-4630-EABF-D27C17F9E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2" name="Grafik 1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8071D347-5138-63F5-8614-ADC14B4A9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24413" y="-5194074"/>
            <a:ext cx="18522089" cy="13099381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2C137B3F-D2CB-37C4-A45F-FD5B22C15500}"/>
              </a:ext>
            </a:extLst>
          </p:cNvPr>
          <p:cNvSpPr/>
          <p:nvPr/>
        </p:nvSpPr>
        <p:spPr>
          <a:xfrm>
            <a:off x="1997240" y="5329240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uzizujiz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91C91C2-5414-C093-DBE2-602F71322279}"/>
              </a:ext>
            </a:extLst>
          </p:cNvPr>
          <p:cNvSpPr/>
          <p:nvPr/>
        </p:nvSpPr>
        <p:spPr>
          <a:xfrm>
            <a:off x="11349355" y="-3766635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vthgvdgv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82582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83928-96DD-904C-E8CB-B96331EDD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182460D5-261F-6D9C-F3C8-50D8AD7EE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371BC952-1B4C-E4C3-695C-FF324E2E7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2" name="Grafik 1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3F05A463-F834-0FB9-7DFE-FCE724C17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529729" y="-4764506"/>
            <a:ext cx="18522089" cy="13099381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0E213A99-94A0-7799-A681-6F8F2156EE4E}"/>
              </a:ext>
            </a:extLst>
          </p:cNvPr>
          <p:cNvSpPr/>
          <p:nvPr/>
        </p:nvSpPr>
        <p:spPr>
          <a:xfrm>
            <a:off x="-4603884" y="5739841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bzrhztunz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6960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0F577-55D1-C8EE-3481-4F03AC78C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0002C231-1465-DA75-F085-77329FC1E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05A5EAF7-6B11-B901-98DA-689E769FB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2" name="Grafik 1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1F98346A-9593-DA87-2CFE-03D2592DC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8188" y="-7817919"/>
            <a:ext cx="18522089" cy="1309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768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4EC54-4FCE-A36B-DD99-C1A225253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847718A5-20D8-CFA8-7014-DF463BA77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2" name="Grafik 1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9201EC14-E09D-0CCD-188A-7988E3893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697" y="0"/>
            <a:ext cx="9696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F4EB7-E7F8-5CBD-8621-3905A8D5F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3210738A-9DF2-E93F-4263-618CE9C8E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B8539FF4-5DDF-9863-ED71-EF6E486F4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7AE64D4-3DEC-94A7-7103-86EA7E965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2065"/>
            <a:ext cx="9144000" cy="1753870"/>
          </a:xfrm>
        </p:spPr>
        <p:txBody>
          <a:bodyPr>
            <a:normAutofit/>
          </a:bodyPr>
          <a:lstStyle/>
          <a:p>
            <a:r>
              <a:rPr lang="de-DE" dirty="0"/>
              <a:t>Vielen Dank für Eure Aufmerksamkeit! </a:t>
            </a:r>
          </a:p>
        </p:txBody>
      </p:sp>
    </p:spTree>
    <p:extLst>
      <p:ext uri="{BB962C8B-B14F-4D97-AF65-F5344CB8AC3E}">
        <p14:creationId xmlns:p14="http://schemas.microsoft.com/office/powerpoint/2010/main" val="19303875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Macintosh PowerPoint</Application>
  <PresentationFormat>Breitbild</PresentationFormat>
  <Paragraphs>16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Univers</vt:lpstr>
      <vt:lpstr>Office</vt:lpstr>
      <vt:lpstr>Zeitreihenanalysen mit Börsendaten anhand des S&amp;P 500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Vielen Dank für Eure Aufmerksamkeit!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Eisner</dc:creator>
  <cp:lastModifiedBy>Alexander Eisner</cp:lastModifiedBy>
  <cp:revision>7</cp:revision>
  <dcterms:created xsi:type="dcterms:W3CDTF">2026-01-17T14:25:27Z</dcterms:created>
  <dcterms:modified xsi:type="dcterms:W3CDTF">2026-01-18T09:51:59Z</dcterms:modified>
</cp:coreProperties>
</file>